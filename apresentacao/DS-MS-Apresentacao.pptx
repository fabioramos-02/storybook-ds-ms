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14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5832" y="0"/>
            <a:ext cx="2103120" cy="6858000"/>
          </a:xfrm>
          <a:prstGeom prst="rect">
            <a:avLst/>
          </a:prstGeom>
          <a:solidFill>
            <a:srgbClr val="002F5F"/>
          </a:solidFill>
          <a:ln/>
        </p:spPr>
      </p:sp>
      <p:sp>
        <p:nvSpPr>
          <p:cNvPr id="3" name="Shape 1"/>
          <p:cNvSpPr/>
          <p:nvPr/>
        </p:nvSpPr>
        <p:spPr>
          <a:xfrm>
            <a:off x="10085832" y="0"/>
            <a:ext cx="146304" cy="6858000"/>
          </a:xfrm>
          <a:prstGeom prst="rect">
            <a:avLst/>
          </a:prstGeom>
          <a:solidFill>
            <a:srgbClr val="CCDCEC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SGD · SETDIG   |   DS MS.GOV v2.0.0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56032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System MS: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 Figma ao código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escalar a biblioteca de componentes para todos os times do Estado — PHP, Python e JS.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Fabio Ramos · SETDIG · junho de 2026</a:t>
            </a:r>
            <a:endParaRPr lang="en-US" sz="1200" dirty="0"/>
          </a:p>
        </p:txBody>
      </p:sp>
      <p:pic>
        <p:nvPicPr>
          <p:cNvPr id="9" name="Image 1" descr="C:\Users\Fabio\Documents\SETDIG\2026\projetos\DS-MS Design System\apresentacao\setdig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5989320"/>
            <a:ext cx="1371600" cy="3195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4F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já temos hoje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DS MS.GOV v2.0.0 — maduro no design, mantido pela SGD/SETDIG.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325880"/>
          </a:xfrm>
          <a:prstGeom prst="rect">
            <a:avLst/>
          </a:prstGeom>
          <a:solidFill>
            <a:srgbClr val="F6F8FB"/>
          </a:solidFill>
          <a:ln w="12700">
            <a:solidFill>
              <a:srgbClr val="D4D7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476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componentes documentados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06040" cy="1325880"/>
          </a:xfrm>
          <a:prstGeom prst="rect">
            <a:avLst/>
          </a:prstGeom>
          <a:solidFill>
            <a:srgbClr val="F6F8FB"/>
          </a:solidFill>
          <a:ln w="12700">
            <a:solidFill>
              <a:srgbClr val="D4D7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9476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624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sites construídos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606040" cy="1325880"/>
          </a:xfrm>
          <a:prstGeom prst="rect">
            <a:avLst/>
          </a:prstGeom>
          <a:solidFill>
            <a:srgbClr val="F6F8FB"/>
          </a:solidFill>
          <a:ln w="12700">
            <a:solidFill>
              <a:srgbClr val="D4D7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5021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1520" y="4178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templates de página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83280" y="3337560"/>
            <a:ext cx="2606040" cy="1325880"/>
          </a:xfrm>
          <a:prstGeom prst="rect">
            <a:avLst/>
          </a:prstGeom>
          <a:solidFill>
            <a:srgbClr val="F6F8FB"/>
          </a:solidFill>
          <a:ln w="12700">
            <a:solidFill>
              <a:srgbClr val="D4D7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35021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AAA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66160" y="4178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nível WCAG (acessibilidade)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54496" y="1728216"/>
            <a:ext cx="5230368" cy="297728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7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0" descr="C:\Users\Fabio\Documents\SETDIG\2026\projetos\DS-MS Design System\apresentacao\hom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5120640" cy="286755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309360" y="472379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designsystem.ms.gov.br — documentação pública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sólida. O problema não é o design — é como ele chega até o desenvolvedor.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SETDIG — Secretaria-Executiva de Transformação Digital · Governo de MS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A1E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gargalo: o design não vira código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37376" y="1179576"/>
            <a:ext cx="5138928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7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Fabio\Documents\SETDIG\2026\projetos\DS-MS Design System\apresentacao\heade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34440"/>
            <a:ext cx="5029200" cy="36210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49286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Página do componente “Header”: anatomia em imagens e tabelas — nenhum trecho de código.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408176"/>
            <a:ext cx="256032" cy="256032"/>
          </a:xfrm>
          <a:prstGeom prst="ellipse">
            <a:avLst/>
          </a:prstGeom>
          <a:solidFill>
            <a:srgbClr val="DA1E28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3898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3258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documentação mostra imagens, não código pronto para usar.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4360" y="2322576"/>
            <a:ext cx="256032" cy="256032"/>
          </a:xfrm>
          <a:prstGeom prst="ellipse">
            <a:avLst/>
          </a:prstGeom>
          <a:solidFill>
            <a:srgbClr val="DA1E28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304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22402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time (PHP, Python, JS) reimplementa o componente do zero a partir do Figma.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94360" y="3236976"/>
            <a:ext cx="256032" cy="256032"/>
          </a:xfrm>
          <a:prstGeom prst="ellipse">
            <a:avLst/>
          </a:prstGeom>
          <a:solidFill>
            <a:srgbClr val="DA1E28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3218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3154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divergência visual (drift), retrabalho e acessibilidade inconsistente.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94360" y="4151376"/>
            <a:ext cx="256032" cy="256032"/>
          </a:xfrm>
          <a:prstGeom prst="ellipse">
            <a:avLst/>
          </a:prstGeom>
          <a:solidFill>
            <a:srgbClr val="DA1E28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41330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" y="4069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Impossível corrigir “num lugar só” — passar o Figma para o dev não escala.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48640" y="5394960"/>
            <a:ext cx="5669280" cy="868680"/>
          </a:xfrm>
          <a:prstGeom prst="rect">
            <a:avLst/>
          </a:prstGeom>
          <a:solidFill>
            <a:srgbClr val="F6D3D5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5394960"/>
            <a:ext cx="91440" cy="868680"/>
          </a:xfrm>
          <a:prstGeom prst="rect">
            <a:avLst/>
          </a:prstGeom>
          <a:solidFill>
            <a:srgbClr val="DA1E28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3949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16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institucional: </a:t>
            </a:r>
            <a:r>
              <a:rPr lang="en-US" sz="1300" dirty="0">
                <a:solidFill>
                  <a:srgbClr val="7F16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identidade visual do Estado se fragmenta entre os sistemas.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SETDIG — Secretaria-Executiva de Transformação Digital · Governo de MS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4F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solução: uma fonte única que gera código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12700">
            <a:solidFill>
              <a:srgbClr val="D4D7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733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3134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Tokens Studio → JSON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90672" y="1417320"/>
            <a:ext cx="384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12700">
            <a:solidFill>
              <a:srgbClr val="D4D7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4448" y="16733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Style Dictionary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84448" y="23134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 automaticamente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16752" y="1417320"/>
            <a:ext cx="384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16733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CSS · SCSS · JS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PHP · Python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3134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saída por stack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42832" y="1417320"/>
            <a:ext cx="384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26880" y="141732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12700">
            <a:solidFill>
              <a:srgbClr val="D4D7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6608" y="16733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Storybook + npm/CDN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36608" y="23134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 viva + entrega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7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46120"/>
            <a:ext cx="3566160" cy="91440"/>
          </a:xfrm>
          <a:prstGeom prst="rect">
            <a:avLst/>
          </a:prstGeom>
          <a:solidFill>
            <a:srgbClr val="004F9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5021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Multi-stack de verdade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390448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tokens viram CSS, SCSS, JS, PHP e Python a partir de um único arquivo.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32461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7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246120"/>
            <a:ext cx="3566160" cy="91440"/>
          </a:xfrm>
          <a:prstGeom prst="rect">
            <a:avLst/>
          </a:prstGeom>
          <a:solidFill>
            <a:srgbClr val="004F9F"/>
          </a:solidFill>
          <a:ln/>
        </p:spPr>
      </p:sp>
      <p:sp>
        <p:nvSpPr>
          <p:cNvPr id="25" name="Text 23"/>
          <p:cNvSpPr/>
          <p:nvPr/>
        </p:nvSpPr>
        <p:spPr>
          <a:xfrm>
            <a:off x="4590288" y="35021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Componentes híbridos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90288" y="390448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Classe CSS+HTML para o grosso; Web Components (&lt;ms-*&gt;) nos interativos.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0" y="32461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7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3246120"/>
            <a:ext cx="3566160" cy="91440"/>
          </a:xfrm>
          <a:prstGeom prst="rect">
            <a:avLst/>
          </a:prstGeom>
          <a:solidFill>
            <a:srgbClr val="004F9F"/>
          </a:solidFill>
          <a:ln/>
        </p:spPr>
      </p:sp>
      <p:sp>
        <p:nvSpPr>
          <p:cNvPr id="29" name="Text 27"/>
          <p:cNvSpPr/>
          <p:nvPr/>
        </p:nvSpPr>
        <p:spPr>
          <a:xfrm>
            <a:off x="8430768" y="35021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Documentação viva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30768" y="390448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Storybook substitui as imagens; cada componente traz o código por linguagem.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91672" cy="868680"/>
          </a:xfrm>
          <a:prstGeom prst="rect">
            <a:avLst/>
          </a:prstGeom>
          <a:solidFill>
            <a:srgbClr val="E2F1E6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5120640"/>
            <a:ext cx="91440" cy="868680"/>
          </a:xfrm>
          <a:prstGeom prst="rect">
            <a:avLst/>
          </a:prstGeom>
          <a:solidFill>
            <a:srgbClr val="198038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1206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21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POC já funciona: </a:t>
            </a:r>
            <a:r>
              <a:rPr lang="en-US" sz="1350" dirty="0">
                <a:solidFill>
                  <a:srgbClr val="0821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token #004F9F foi gerado em 5 linguagens (CSS/SCSS/JS/PHP/Python) e o Storybook compilou com sucesso.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SETDIG — Secretaria-Executiva de Transformação Digital · Governo de 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5D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CDCE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Tokens do Figma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Exportar via Tokens Studio; o CSS deixa de ser escrito à mão.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5 componentes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2679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Button, input, card, busca e header (1º Web Component).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CI/CD no GitLab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35935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automático + gate de acessibilidade (eMAG/WCAG).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Publicar o Storybook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80160" y="45079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Vira o novo site — aposenta as imagens estáticas.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0" y="1463040"/>
            <a:ext cx="47548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463040"/>
            <a:ext cx="4754880" cy="109728"/>
          </a:xfrm>
          <a:prstGeom prst="rect">
            <a:avLst/>
          </a:prstGeom>
          <a:solidFill>
            <a:srgbClr val="CCDCEC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691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F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precisamos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219456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Acesso ao Figma (Tokens Studio) e ao repositório GitLab do DS.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 para evoluir a POC em um piloto oficial.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 de quem mantém (SGD) e como os times contribuem.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passo pequeno agora evita um gargalo grande depois.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SETDIG — Secretaria-Executiva de Transformação Digital · Governo de 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DCE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479</Words>
  <Application>Microsoft Office PowerPoint</Application>
  <PresentationFormat>Personalizar</PresentationFormat>
  <Paragraphs>79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SETDIG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System MS — do Figma ao código</dc:title>
  <dc:subject>PptxGenJS Presentation</dc:subject>
  <dc:creator>Fabio Ramos</dc:creator>
  <cp:lastModifiedBy>Fabio Ramos</cp:lastModifiedBy>
  <cp:revision>2</cp:revision>
  <dcterms:created xsi:type="dcterms:W3CDTF">2026-06-19T22:15:02Z</dcterms:created>
  <dcterms:modified xsi:type="dcterms:W3CDTF">2026-06-19T22:21:17Z</dcterms:modified>
</cp:coreProperties>
</file>